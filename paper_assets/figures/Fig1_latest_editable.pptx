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36bea03dee47a3" /><Relationship Type="http://schemas.openxmlformats.org/officeDocument/2006/relationships/extended-properties" Target="/docProps/app.xml" Id="R4c86312fc9f64c65" /><Relationship Type="http://schemas.openxmlformats.org/officeDocument/2006/relationships/officeDocument" Target="/ppt/presentation.xml" Id="R5277f2afe09843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1c8a6860c4547"/>
  </p:sldMasterIdLst>
  <p:notesMasterIdLst>
    <p:notesMasterId xmlns:r="http://schemas.openxmlformats.org/officeDocument/2006/relationships" r:id="R359b4a980f4947a2"/>
  </p:notesMasterIdLst>
  <p:sldIdLst>
    <p:sldId xmlns:r="http://schemas.openxmlformats.org/officeDocument/2006/relationships" id="256" r:id="Rb8d801cf324b4ceb"/>
  </p:sldIdLst>
  <p:sldSz cx="14630400" cy="975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0ed06accf642cf" /><Relationship Type="http://schemas.openxmlformats.org/officeDocument/2006/relationships/slideMaster" Target="/ppt/slideMasters/slideMaster1.xml" Id="Rf231c8a6860c4547" /><Relationship Type="http://schemas.openxmlformats.org/officeDocument/2006/relationships/notesMaster" Target="/ppt/notesMasters/notesMaster1.xml" Id="R359b4a980f4947a2" /><Relationship Type="http://schemas.openxmlformats.org/officeDocument/2006/relationships/presProps" Target="/ppt/presProps.xml" Id="R31f834cb070a45ea" /><Relationship Type="http://schemas.openxmlformats.org/officeDocument/2006/relationships/tableStyles" Target="/ppt/tableStyles.xml" Id="Rde396af801f4431e" /><Relationship Type="http://schemas.openxmlformats.org/officeDocument/2006/relationships/slide" Target="/ppt/slides/slide1.xml" Id="Rb8d801cf324b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7b23b6323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2184929fb4aab" /><Relationship Type="http://schemas.openxmlformats.org/officeDocument/2006/relationships/notesMaster" Target="/ppt/notesMasters/notesMaster1.xml" Id="Ra3eb60c9e29f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Paper/figures/Fig1.png. Text, connectors, panels, ranking bars and candidate diagrams are editable native slide objects. Detailed illustrative icons are cropped from the supplied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0b7713f0f45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cdf53513064379" /><Relationship Type="http://schemas.openxmlformats.org/officeDocument/2006/relationships/slideLayout" Target="/ppt/slideLayouts/slideLayout1.xml" Id="R3dd58d32a9d246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58d32a9d246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dc036efa34724" /><Relationship Type="http://schemas.openxmlformats.org/officeDocument/2006/relationships/image" Target="/ppt/media/image.png" Id="R6c566ebb08814d6f" /><Relationship Type="http://schemas.openxmlformats.org/officeDocument/2006/relationships/image" Target="/ppt/media/image2.png" Id="Rb12c3760f2a746c1" /><Relationship Type="http://schemas.openxmlformats.org/officeDocument/2006/relationships/image" Target="/ppt/media/image3.png" Id="R17f85c800d074f65" /><Relationship Type="http://schemas.openxmlformats.org/officeDocument/2006/relationships/image" Target="/ppt/media/image4.png" Id="R90749cd201f34434" /><Relationship Type="http://schemas.openxmlformats.org/officeDocument/2006/relationships/image" Target="/ppt/media/image5.png" Id="Rea153896e09140c0" /><Relationship Type="http://schemas.openxmlformats.org/officeDocument/2006/relationships/image" Target="/ppt/media/image6.png" Id="Rba604dc8f9a84a77" /><Relationship Type="http://schemas.openxmlformats.org/officeDocument/2006/relationships/image" Target="/ppt/media/image7.png" Id="R4c06ed252055432d" /><Relationship Type="http://schemas.openxmlformats.org/officeDocument/2006/relationships/image" Target="/ppt/media/image8.png" Id="R1eb0860cb2654324" /><Relationship Type="http://schemas.openxmlformats.org/officeDocument/2006/relationships/image" Target="/ppt/media/image9.png" Id="Rba696b50bac54d99" /><Relationship Type="http://schemas.openxmlformats.org/officeDocument/2006/relationships/image" Target="/ppt/media/image10.png" Id="Rcaaf6000e6e34f5f" /><Relationship Type="http://schemas.openxmlformats.org/officeDocument/2006/relationships/image" Target="/ppt/media/image11.png" Id="R50cc44cb46af45c6" /><Relationship Type="http://schemas.openxmlformats.org/officeDocument/2006/relationships/image" Target="/ppt/media/image12.png" Id="R15ce696ba965442f" /><Relationship Type="http://schemas.openxmlformats.org/officeDocument/2006/relationships/image" Target="/ppt/media/image13.png" Id="R0f3f193f4c5f45a1" /><Relationship Type="http://schemas.openxmlformats.org/officeDocument/2006/relationships/image" Target="/ppt/media/image14.png" Id="R540b4da1fcf74c09" /><Relationship Type="http://schemas.openxmlformats.org/officeDocument/2006/relationships/image" Target="/ppt/media/image15.png" Id="Rc08328677c8f414c" /><Relationship Type="http://schemas.openxmlformats.org/officeDocument/2006/relationships/image" Target="/ppt/media/image16.png" Id="R95c28af3d70c452b" /><Relationship Type="http://schemas.openxmlformats.org/officeDocument/2006/relationships/image" Target="/ppt/media/image17.png" Id="Rcc2ec07ab46e46d3" /><Relationship Type="http://schemas.openxmlformats.org/officeDocument/2006/relationships/image" Target="/ppt/media/image18.png" Id="R8eeec234585a4966" /><Relationship Type="http://schemas.openxmlformats.org/officeDocument/2006/relationships/image" Target="/ppt/media/image19.png" Id="R7731763e0c5b45a5" /><Relationship Type="http://schemas.openxmlformats.org/officeDocument/2006/relationships/notesSlide" Target="/ppt/notesSlides/notesSlide1.xml" Id="R39afb22c7b8e40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4EA502DA-3260-464A-9319-54BAC08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B69A6-5FB4-40E3-97E0-367EB9B6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B135E-4809-44DE-874F-18FDF61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57721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692DF-C85C-4B31-8FF1-692C0351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81000"/>
            <a:ext cx="2057400" cy="5334000"/>
          </a:xfrm>
          <a:prstGeom xmlns:a="http://schemas.openxmlformats.org/drawingml/2006/main" prst="roundRect">
            <a:avLst>
              <a:gd name="adj" fmla="val 3241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BCC4C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98B4C-8864-4E00-95D4-5969181C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1000"/>
            <a:ext cx="2019300" cy="5334000"/>
          </a:xfrm>
          <a:prstGeom xmlns:a="http://schemas.openxmlformats.org/drawingml/2006/main" prst="roundRect">
            <a:avLst>
              <a:gd name="adj" fmla="val 3302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CCD3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79104-B17D-458B-9DA0-28AA7B5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"/>
            <a:ext cx="2676525" cy="5334000"/>
          </a:xfrm>
          <a:prstGeom xmlns:a="http://schemas.openxmlformats.org/drawingml/2006/main" prst="roundRect">
            <a:avLst>
              <a:gd name="adj" fmla="val 2491"/>
            </a:avLst>
          </a:prstGeom>
          <a:solidFill xmlns:a="http://schemas.openxmlformats.org/drawingml/2006/main">
            <a:srgbClr val="E7FAFA"/>
          </a:solidFill>
          <a:ln xmlns:a="http://schemas.openxmlformats.org/drawingml/2006/main" w="9525">
            <a:solidFill>
              <a:srgbClr val="00A6B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5B60C-304F-407B-B4DA-488195BB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6725"/>
            <a:ext cx="178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B1A21-4D64-4E50-9A96-EB95DC6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672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Identification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5973D-BA26-46FA-8CE5-F9AEA7C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72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7F83-22EE-40EA-8896-1A3FEC07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95350"/>
            <a:ext cx="18383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given intervention →</a:t>
            </a:r>
          </a:p>
          <a:p xmlns:a="http://schemas.openxmlformats.org/drawingml/2006/main">
            <a:pPr algn="ctr">
              <a:defRPr sz="1500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predict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E3EF3-5FD3-48D2-9F71-16F64CBB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95350"/>
            <a:ext cx="1828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given transition →</a:t>
            </a:r>
          </a:p>
          <a:p xmlns:a="http://schemas.openxmlformats.org/drawingml/2006/main">
            <a:pPr algn="ctr">
              <a:defRPr sz="1500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fixed output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D4644-AFCD-408C-87FE-72AD778E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885825"/>
            <a:ext cx="2457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00798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798A"/>
                </a:solidFill>
                <a:latin typeface="Arial"/>
                <a:ea typeface="Arial"/>
                <a:cs typeface="Arial"/>
              </a:rPr>
              <a:t>given target + candidates +</a:t>
            </a:r>
          </a:p>
          <a:p xmlns:a="http://schemas.openxmlformats.org/drawingml/2006/main">
            <a:pPr algn="ctr">
              <a:defRPr sz="1500" b="0" i="0">
                <a:solidFill>
                  <a:srgbClr val="00798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798A"/>
                </a:solidFill>
                <a:latin typeface="Arial"/>
                <a:ea typeface="Arial"/>
                <a:cs typeface="Arial"/>
              </a:rPr>
              <a:t>budget → choose top-B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A870A-807B-464B-996C-389891D1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478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304E8-856A-430B-B4A7-C4261DBA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47825"/>
            <a:ext cx="1019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F9CA4-547E-40C8-AF2F-0497BAD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6478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BC0D4-8EDC-4A50-84E9-22DE0A5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478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pic>
        <p:nvPicPr>
          <p:cNvPr id="5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66ebb08814d6f"/>
          <a:stretch xmlns:a="http://schemas.openxmlformats.org/drawingml/2006/main"/>
        </p:blipFill>
        <p:spPr>
          <a:xfrm xmlns:a="http://schemas.openxmlformats.org/drawingml/2006/main">
            <a:off x="381000" y="1914525"/>
            <a:ext cx="590550" cy="581025"/>
          </a:xfrm>
          <a:prstGeom xmlns:a="http://schemas.openxmlformats.org/drawingml/2006/main" prst="rect">
            <a:avLst/>
          </a:prstGeom>
        </p:spPr>
      </p:pic>
      <p:pic>
        <p:nvPicPr>
          <p:cNvPr id="5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c3760f2a746c1"/>
          <a:stretch xmlns:a="http://schemas.openxmlformats.org/drawingml/2006/main"/>
        </p:blipFill>
        <p:spPr>
          <a:xfrm xmlns:a="http://schemas.openxmlformats.org/drawingml/2006/main">
            <a:off x="1362075" y="1952625"/>
            <a:ext cx="523875" cy="552450"/>
          </a:xfrm>
          <a:prstGeom xmlns:a="http://schemas.openxmlformats.org/drawingml/2006/main" prst="rect">
            <a:avLst/>
          </a:prstGeom>
        </p:spPr>
      </p:pic>
      <p:pic>
        <p:nvPicPr>
          <p:cNvPr id="5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85c800d074f65"/>
          <a:stretch xmlns:a="http://schemas.openxmlformats.org/drawingml/2006/main"/>
        </p:blipFill>
        <p:spPr>
          <a:xfrm xmlns:a="http://schemas.openxmlformats.org/drawingml/2006/main">
            <a:off x="2466975" y="1895475"/>
            <a:ext cx="581025" cy="581025"/>
          </a:xfrm>
          <a:prstGeom xmlns:a="http://schemas.openxmlformats.org/drawingml/2006/main" prst="rect">
            <a:avLst/>
          </a:prstGeom>
        </p:spPr>
      </p:pic>
      <p:pic>
        <p:nvPicPr>
          <p:cNvPr id="5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49cd201f34434"/>
          <a:stretch xmlns:a="http://schemas.openxmlformats.org/drawingml/2006/main"/>
        </p:blipFill>
        <p:spPr>
          <a:xfrm xmlns:a="http://schemas.openxmlformats.org/drawingml/2006/main">
            <a:off x="3438525" y="1914525"/>
            <a:ext cx="619125" cy="5810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AE2BF-9516-41B2-9F20-BA6B4E39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xₛ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70475-4719-40EE-AF70-044696B4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4765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50EBB0-4DDC-4395-B722-DC045ED6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765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xₛ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AF1D9-649F-4BF1-A6EB-4CFFEDF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xₜ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BE829-EA67-459B-AFE0-4612EF03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77177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9D1AE-4654-4AC9-8FE4-23EC7F9C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952750"/>
            <a:ext cx="942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1FE51-D48D-492D-8B81-9D97FA01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28775" y="277177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26E07-FB94-42B8-82BF-041A4DBE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3938" y="3057525"/>
            <a:ext cx="3143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7E8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59CCBB-2172-4C55-99BA-5CFFE01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86125"/>
            <a:ext cx="11811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ADDE0"/>
          </a:solidFill>
          <a:ln xmlns:a="http://schemas.openxmlformats.org/drawingml/2006/main" w="13335">
            <a:solidFill>
              <a:srgbClr val="81899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6CAD4-BD92-4D19-B338-37686608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9C416-2D37-4509-BF38-E8399190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5363" y="3943350"/>
            <a:ext cx="3714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7E8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16872F-A5B0-4CB0-82CC-9EC1B655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62250" y="277177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D7A90-5673-4153-AD39-6CFC00D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62250" y="2952750"/>
            <a:ext cx="1000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BFAC2-8BF2-4452-9C92-CB2C6CED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277177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2DDE70-4988-445A-9F5D-49132F76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19438" y="3057525"/>
            <a:ext cx="3143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7E89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8A6E6E-4706-495C-A083-D7580AC5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86125"/>
            <a:ext cx="11811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ADDE0"/>
          </a:solidFill>
          <a:ln xmlns:a="http://schemas.openxmlformats.org/drawingml/2006/main" w="13335">
            <a:solidFill>
              <a:srgbClr val="81899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AF97C5-47F5-4717-8B3A-72B55E1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147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592A1-71F5-40F2-9DBB-4AF36CC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90863" y="3943350"/>
            <a:ext cx="3714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7E8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8A469E-3E6C-4C35-BCB6-ACF026FB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predicted outcome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E95B4-CED8-4DEE-B2A5-CB5F7681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2291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fixed output space</a:t>
            </a:r>
          </a:p>
        </p:txBody>
      </p:sp>
      <p:pic>
        <p:nvPicPr>
          <p:cNvPr id="5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53896e09140c0"/>
          <a:stretch xmlns:a="http://schemas.openxmlformats.org/drawingml/2006/main"/>
        </p:blipFill>
        <p:spPr>
          <a:xfrm xmlns:a="http://schemas.openxmlformats.org/drawingml/2006/main">
            <a:off x="828675" y="4562475"/>
            <a:ext cx="742950" cy="6477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03BAB4-C5CA-4CD7-A1A4-A79532B7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409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x′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69A622-50EB-43AD-9E3D-41C2D16F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D4D7"/>
          </a:solidFill>
          <a:ln xmlns:a="http://schemas.openxmlformats.org/drawingml/2006/main" w="16193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899516-BFA0-4614-B713-B2968ED8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D4D7"/>
          </a:solidFill>
          <a:ln xmlns:a="http://schemas.openxmlformats.org/drawingml/2006/main" w="16193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0A7CE6-F93A-48E8-9642-F51DDF21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86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77E7"/>
          </a:solidFill>
          <a:ln xmlns:a="http://schemas.openxmlformats.org/drawingml/2006/main" w="16193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806BE7-E123-4076-90EE-B92A88DA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5815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747E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B20E03-2F28-44D7-B630-17E7508C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D4D7"/>
          </a:solidFill>
          <a:ln xmlns:a="http://schemas.openxmlformats.org/drawingml/2006/main" w="16193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502974-045C-4041-8FAD-67CA90C1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048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y₁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933EF1-76CF-4727-8F54-DB64AB99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48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y₂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00563D-CD99-46ED-87A4-F242042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y₃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0DA00E-29B0-47B0-AD04-D83B4292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482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4E55A4-A70C-448A-B4B0-60147C7E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48250"/>
            <a:ext cx="14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4B0EBE-745B-4E12-886A-02B63A18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2445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0" b="1" i="1">
                <a:solidFill>
                  <a:srgbClr val="747E89"/>
                </a:solidFill>
                <a:latin typeface="Arial"/>
                <a:ea typeface="Arial"/>
                <a:cs typeface="Arial"/>
              </a:defRPr>
            </a:pPr>
            <a:r>
              <a:rPr sz="1040" b="1" i="1">
                <a:solidFill>
                  <a:srgbClr val="747E89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01C476-9060-44FD-AD49-666CBCE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7637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720E46-1213-475B-B0FC-99655EE6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763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pic>
        <p:nvPicPr>
          <p:cNvPr id="5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04dc8f9a84a77"/>
          <a:stretch xmlns:a="http://schemas.openxmlformats.org/drawingml/2006/main"/>
        </p:blipFill>
        <p:spPr>
          <a:xfrm xmlns:a="http://schemas.openxmlformats.org/drawingml/2006/main">
            <a:off x="4848225" y="1724025"/>
            <a:ext cx="514350" cy="447675"/>
          </a:xfrm>
          <a:prstGeom xmlns:a="http://schemas.openxmlformats.org/drawingml/2006/main" prst="rect">
            <a:avLst/>
          </a:prstGeom>
        </p:spPr>
      </p:pic>
      <p:pic>
        <p:nvPicPr>
          <p:cNvPr id="5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6ed252055432d"/>
          <a:stretch xmlns:a="http://schemas.openxmlformats.org/drawingml/2006/main"/>
        </p:blipFill>
        <p:spPr>
          <a:xfrm xmlns:a="http://schemas.openxmlformats.org/drawingml/2006/main">
            <a:off x="5972175" y="1752600"/>
            <a:ext cx="533400" cy="4191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393525-DC04-486F-B48E-C1502B06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336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8213C"/>
                </a:solidFill>
                <a:latin typeface="Arial"/>
                <a:ea typeface="Arial"/>
                <a:cs typeface="Arial"/>
              </a:rPr>
              <a:t>xₛ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FF6586-487E-4684-AD2A-CA79E63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8213C"/>
                </a:solidFill>
                <a:latin typeface="Arial"/>
                <a:ea typeface="Arial"/>
                <a:cs typeface="Arial"/>
              </a:rPr>
              <a:t>xₜ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5D215D-0B20-49FC-88A7-593BEACE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1638300" cy="9144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EAE0FF"/>
          </a:solidFill>
          <a:ln xmlns:a="http://schemas.openxmlformats.org/drawingml/2006/main" w="9525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BD8C6D-2418-4A2A-9FC9-6EC60D7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86025"/>
            <a:ext cx="752475" cy="91440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180042-3FF2-4A1B-9507-79D376F9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409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2A41C7-7BDC-4666-81C8-DA6C9C00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24125"/>
            <a:ext cx="72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B29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B2900"/>
                </a:solidFill>
                <a:latin typeface="Arial"/>
                <a:ea typeface="Arial"/>
                <a:cs typeface="Arial"/>
              </a:rPr>
              <a:t>budget 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88012A-EFC5-4E4C-874E-C8B0541A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45330" y="2876550"/>
            <a:ext cx="74295" cy="126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B9FD6D-C731-4392-8DAC-46C0122D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2876550"/>
            <a:ext cx="22288" cy="81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3AA67F-BA5B-4A9D-A531-2C48FAFE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41914" y="2958275"/>
            <a:ext cx="81725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55D124-ED86-4B3D-AB46-015A0C6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45330" y="2958275"/>
            <a:ext cx="96583" cy="44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4D2961-E2FE-4161-BC35-66E94533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108" y="285203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3A4A5C-9878-4A43-A5C5-732E0F5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813" y="2978334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E89589-192A-4C8D-8763-C1FACB0A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396" y="2933757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D31C5BF-DC03-4F71-B228-513AA77C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121" y="299319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B59F31-2FD0-45EA-B8F2-0BCC58A9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88230" y="2876550"/>
            <a:ext cx="74295" cy="126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03B367-180E-44E6-BEBB-58C6E01E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2876550"/>
            <a:ext cx="22289" cy="81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178A3C4-DB3F-4C49-8DB7-0CE5C4F2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84814" y="2958275"/>
            <a:ext cx="81724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015CBF-7C99-405B-A483-34E421A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88230" y="2958275"/>
            <a:ext cx="96583" cy="44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DC60B8-1C29-4B2F-AE97-487225D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008" y="285203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48C798F-87D5-4D3C-A9B9-A1DA65E8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713" y="2978334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E5D0734-776A-4ED3-80F2-5743F4A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296" y="2933757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404BC8-71CC-4C7F-893D-233238D1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021" y="299319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85065E-4FB6-409F-B8F8-B59E3291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231130" y="2876550"/>
            <a:ext cx="74295" cy="126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DF0D58-2EF5-4A06-9DFC-C9D7F097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05425" y="2876550"/>
            <a:ext cx="22289" cy="81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CAAC69-4F0E-4CBD-BF5F-D5AA7764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27714" y="2958275"/>
            <a:ext cx="81724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E154D6-7FEB-43CF-89C9-BF526B1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31130" y="2958275"/>
            <a:ext cx="96583" cy="44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CC5D9E8-E09F-4A89-8705-21FFF526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908" y="285203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28C64E-5FC8-4A64-B506-CEAC948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613" y="2978334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0BC6DD-7348-469F-9391-C8792525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196" y="2933757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DA2DD1C-B872-4117-8A7A-1505381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921" y="299319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C1DCD2F-18CC-4730-8BB5-092F521C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02630" y="2876550"/>
            <a:ext cx="74295" cy="126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05E580-A199-4631-AEEC-9090DDF6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76925" y="2876550"/>
            <a:ext cx="22289" cy="81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4EE3DE-8C90-4DDA-83D1-123E7BFD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9214" y="2958275"/>
            <a:ext cx="81724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07C6480-2E43-4435-8262-D8F44EA2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02630" y="2958275"/>
            <a:ext cx="96583" cy="44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A061C4-69EC-457B-A040-FCCFB76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408" y="285203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79A83B-28D6-42F5-9E29-6C6CB1B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113" y="2978334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DDCF0B4-E62A-40F4-B3DE-B2086DB6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696" y="2933757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3FC0884-4BDC-48EF-ADD4-7162FAE3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421" y="2993193"/>
            <a:ext cx="49035" cy="49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859">
            <a:solidFill>
              <a:srgbClr val="310889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9081870-BBFC-4F0B-AD1B-37B041F7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717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869C95D-F9A9-414A-92BF-E46DC01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95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y₁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5234F8-C4A8-46D5-BF0D-4CE6725A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95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5F38A8-3CAB-42B8-9DF6-20082863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c₃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8FB8FE-2F07-4298-9AC0-8BB7B673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95625"/>
            <a:ext cx="14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7D3A39-3273-40B4-BF69-0FA1A3C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718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99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pic>
        <p:nvPicPr>
          <p:cNvPr id="6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0860cb2654324"/>
          <a:stretch xmlns:a="http://schemas.openxmlformats.org/drawingml/2006/main"/>
        </p:blipFill>
        <p:spPr>
          <a:xfrm xmlns:a="http://schemas.openxmlformats.org/drawingml/2006/main">
            <a:off x="6391275" y="2876550"/>
            <a:ext cx="247650" cy="371475"/>
          </a:xfrm>
          <a:prstGeom xmlns:a="http://schemas.openxmlformats.org/drawingml/2006/main" prst="rect">
            <a:avLst/>
          </a:prstGeom>
        </p:spPr>
      </p:pic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9D72C9-D296-4CAD-8AB8-72B0D778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384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36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36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6AC4A0-F983-4281-A023-A7F6C6A5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38700" y="3419475"/>
            <a:ext cx="9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98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37F8F2E-7D90-4334-A9F5-925C2D5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38700" y="3571875"/>
            <a:ext cx="16859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98A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988C25-2A05-4FE2-8F61-3E0DCE5E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419475"/>
            <a:ext cx="9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98A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39E46D5-67CC-4965-9010-B2B8DB09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81650" y="3614738"/>
            <a:ext cx="1905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98A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E58E9DC-C165-4EE2-94CC-F86A6D4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81425"/>
            <a:ext cx="2238375" cy="485775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ABE7E8"/>
          </a:solidFill>
          <a:ln xmlns:a="http://schemas.openxmlformats.org/drawingml/2006/main" w="23813">
            <a:solidFill>
              <a:srgbClr val="00798A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965D71D-8AC9-41C3-8BFC-7600B7A0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9525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shared scorer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3E0F83-2323-43A8-8454-DB85589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9263" y="4371975"/>
            <a:ext cx="2952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98A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89E6162-C0FD-40CB-9A2D-264C7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005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top-B candidates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6A08FD-90DA-4766-8544-14E77E84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43475"/>
            <a:ext cx="1781175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CEF4F4"/>
          </a:solidFill>
          <a:ln xmlns:a="http://schemas.openxmlformats.org/drawingml/2006/main" w="9525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7115BC6-359F-4B38-9ED8-2B5F3F8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905375" y="5076825"/>
            <a:ext cx="104775" cy="17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BB8786-6E1E-4908-9304-A54DB28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10150" y="5076825"/>
            <a:ext cx="31432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55619A1-91B6-4F04-BC00-2F2FBFD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1583" y="5192078"/>
            <a:ext cx="115253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DB06408-01F4-48C3-A8BF-5C11424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05375" y="5192078"/>
            <a:ext cx="136207" cy="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7939811-315D-44F6-A12E-BD2342F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574" y="5042249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8417E88-2457-44C1-A25D-AB5C2006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799" y="522036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FFBBFBA-2BF0-4A30-AB1D-8F4EDF80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07" y="515750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63690FE-A3C2-43E8-BC93-14C487C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259" y="524132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F3D4D76-87B1-442F-8215-1A118DDD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62575" y="5076825"/>
            <a:ext cx="104775" cy="17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2AA433-E817-4A93-A938-C8698E97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67350" y="5076825"/>
            <a:ext cx="31432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04EAC0A-9DEC-42BF-AA23-74B2C4D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98783" y="5192078"/>
            <a:ext cx="115253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2B3DFBA-7F89-4D2B-B5F9-F8003013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62575" y="5192078"/>
            <a:ext cx="136207" cy="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77A6CBE-4FA4-4343-B958-91A6D9B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774" y="5042249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2B745E9-43C8-489C-B9F8-73D191F9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999" y="522036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3DD682-192E-4CF0-9EE7-77FD5510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07" y="515750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855937D-F054-4F60-94DE-51484A4D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459" y="524132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FC4A3D4-59FE-4AEB-A4C4-A4FBB725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91200" y="5076825"/>
            <a:ext cx="104775" cy="17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F60D00C-3E54-4D47-BAFF-94EADB99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5975" y="5076825"/>
            <a:ext cx="31432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2270753-C3E0-4D19-BA9F-1175F369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27408" y="5192078"/>
            <a:ext cx="115253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543FDC5-C520-4FE7-9EBE-8D044A32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91200" y="5192078"/>
            <a:ext cx="136207" cy="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C1FCFC-D759-4C5A-9ADC-3E9FF28E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99" y="5042249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EB1986B-3E02-4E5B-9EB8-633B4BA7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24" y="522036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11CDBA9-6425-4A1B-93DF-34D5A28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32" y="515750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2889064-C787-4A8D-8CC8-B21946C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084" y="524132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0596B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7E327B7-8073-4B3B-BAD7-692C00A6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006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DA87A9B-17BA-4E1B-BA53-430B2A37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66675"/>
            <a:ext cx="5686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0798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0798A"/>
                </a:solidFill>
                <a:latin typeface="Arial"/>
                <a:ea typeface="Arial"/>
                <a:cs typeface="Arial"/>
              </a:rPr>
              <a:t>VCDesign framework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C2DA53C-E0CD-437D-9427-FFA3ECF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9125"/>
            <a:ext cx="7343775" cy="2952750"/>
          </a:xfrm>
          <a:prstGeom xmlns:a="http://schemas.openxmlformats.org/drawingml/2006/main" prst="roundRect">
            <a:avLst>
              <a:gd name="adj" fmla="val 2258"/>
            </a:avLst>
          </a:prstGeom>
          <a:solidFill xmlns:a="http://schemas.openxmlformats.org/drawingml/2006/main">
            <a:srgbClr val="F1FCFD"/>
          </a:solidFill>
          <a:ln xmlns:a="http://schemas.openxmlformats.org/drawingml/2006/main" w="9525">
            <a:solidFill>
              <a:srgbClr val="8BCAD6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EF8DE71-6CEA-4C35-AFCB-FBC7699E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714375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0798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798A"/>
                </a:solidFill>
                <a:latin typeface="Arial"/>
                <a:ea typeface="Arial"/>
                <a:cs typeface="Arial"/>
              </a:rPr>
              <a:t>Finite-budget decision (ranking)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E1AAE62-A5E7-4072-8397-12777F00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076325"/>
            <a:ext cx="600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C82E0B4-5239-49B2-AC92-85C87EE9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763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pic>
        <p:nvPicPr>
          <p:cNvPr id="6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96b50bac54d99"/>
          <a:stretch xmlns:a="http://schemas.openxmlformats.org/drawingml/2006/main"/>
        </p:blipFill>
        <p:spPr>
          <a:xfrm xmlns:a="http://schemas.openxmlformats.org/drawingml/2006/main">
            <a:off x="7381875" y="1352550"/>
            <a:ext cx="533400" cy="504825"/>
          </a:xfrm>
          <a:prstGeom xmlns:a="http://schemas.openxmlformats.org/drawingml/2006/main" prst="rect">
            <a:avLst/>
          </a:prstGeom>
        </p:spPr>
      </p:pic>
      <p:pic>
        <p:nvPicPr>
          <p:cNvPr id="6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f6000e6e34f5f"/>
          <a:stretch xmlns:a="http://schemas.openxmlformats.org/drawingml/2006/main"/>
        </p:blipFill>
        <p:spPr>
          <a:xfrm xmlns:a="http://schemas.openxmlformats.org/drawingml/2006/main">
            <a:off x="8172450" y="1371600"/>
            <a:ext cx="552450" cy="495300"/>
          </a:xfrm>
          <a:prstGeom xmlns:a="http://schemas.openxmlformats.org/drawingml/2006/main" prst="rect">
            <a:avLst/>
          </a:prstGeom>
        </p:spPr>
      </p:pic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AA7CEFE-FDB1-4E27-BF00-1D7A5C8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288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8213C"/>
                </a:solidFill>
                <a:latin typeface="Arial"/>
                <a:ea typeface="Arial"/>
                <a:cs typeface="Arial"/>
              </a:rPr>
              <a:t>xₛ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E5869F-F608-43D6-8387-03D5E508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8213C"/>
                </a:solidFill>
                <a:latin typeface="Arial"/>
                <a:ea typeface="Arial"/>
                <a:cs typeface="Arial"/>
              </a:rPr>
              <a:t>xₜ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4B1229B-9B6A-4946-BDB8-8354D17A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14450"/>
            <a:ext cx="1828800" cy="771525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EEE5FF"/>
          </a:solidFill>
          <a:ln xmlns:a="http://schemas.openxmlformats.org/drawingml/2006/main" w="9525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CBE7829-4FD4-407E-AB8E-14B7C8A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76325"/>
            <a:ext cx="1323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20F1ED1-478E-4354-BA89-7B198F8D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103995" y="1504950"/>
            <a:ext cx="78105" cy="132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1FDFA70-602D-4AC1-B158-CD1E25D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82100" y="1504950"/>
            <a:ext cx="23432" cy="859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647D7F7-9283-4E1A-BAEB-09C0BDF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05532" y="1590866"/>
            <a:ext cx="85915" cy="62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72A4684-CDAB-4345-BF9B-1B9A4B6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03995" y="1590866"/>
            <a:ext cx="101537" cy="46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E953FE8-CA77-4611-90C9-E060D0B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325" y="14791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9402DD5-05AB-47CE-8A51-9F27514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220" y="1611954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6A10BEC-208F-49D7-A33F-EBBCFAEF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57" y="1565091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CB5D215-76F7-4E41-89DB-82949D1B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672" y="16275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27CE3B7-272E-45E0-9D23-3FC35EDF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513570" y="1504950"/>
            <a:ext cx="78105" cy="132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CCCE118-A52E-42F7-9404-EA29BE57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91675" y="1504950"/>
            <a:ext cx="23432" cy="859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560C85E-C575-41A0-BA21-9381AF9B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15107" y="1590866"/>
            <a:ext cx="85915" cy="62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EA3E6DB-FD0D-4623-A09D-8CD5D23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13570" y="1590866"/>
            <a:ext cx="101537" cy="46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994B68A-85C9-406C-9A1B-719F5F45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900" y="14791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4029702-31C0-435D-8A40-6BE485E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795" y="1611954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66DD6FA-F388-4EEE-9C09-CC52DBD0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332" y="1565091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6BE3FDF-F3AC-4A63-958D-6A7C8B5C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247" y="16275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25DD136-B335-41C0-B7BD-2BF18887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885045" y="1504950"/>
            <a:ext cx="78105" cy="132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FE32E38-F51A-42FC-BB40-B266C707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63150" y="1504950"/>
            <a:ext cx="23432" cy="859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BD493A9-F8C1-4771-849A-DC77671F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86582" y="1590866"/>
            <a:ext cx="85915" cy="62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2D5BB11-95C4-4717-8547-3C283995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885045" y="1590866"/>
            <a:ext cx="101537" cy="46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4538FEA-5E57-4D95-92F6-1DCD0FD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375" y="14791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E480270-C298-464C-888C-388279FE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270" y="1611954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C040A2D-5757-43D2-BF75-53877987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807" y="1565091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FD8F438-C555-47D4-88A7-E9EE543C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722" y="16275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7802F02-39B0-41D8-B5C9-CEB086EE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456545" y="1504950"/>
            <a:ext cx="78105" cy="1327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0FCDC47-9B84-4E14-8269-A1C512E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34650" y="1504950"/>
            <a:ext cx="23432" cy="859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58CAD1B-F6D0-4E72-AA9D-2CB9CC91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58082" y="1590866"/>
            <a:ext cx="85915" cy="624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C4C01AE-EEB8-4924-A2A3-5D01A04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456545" y="1590866"/>
            <a:ext cx="101537" cy="46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F7A30D9-1B66-4071-919A-7954B37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8875" y="14791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0354469-3729-4217-8125-8BB20FD9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0770" y="1611954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1B49B72-A46A-408E-A425-2CC1E360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307" y="1565091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90D77C3-D3AD-473E-BE3C-772F9910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222" y="1627575"/>
            <a:ext cx="51549" cy="515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621">
            <a:solidFill>
              <a:srgbClr val="310889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78EB6A3-D63C-4612-95C1-4307C4DC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419225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1647961-5744-448B-A2A8-534D4C5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c₁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D2E07A9-6DDA-4AE4-9846-72946D09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c₂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6587BF0-1E3A-4751-A297-D49CC971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621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c₃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FEF145A-083B-44C9-AEC8-198B76EE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62125"/>
            <a:ext cx="14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9AF3136-59AB-4F23-A35E-E62B4B8E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8383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1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941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B1296D9F-DA5F-42A4-A763-AE89619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314450"/>
            <a:ext cx="714375" cy="7048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27FB97F-2CC0-425D-BBD4-25705BF7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07632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52D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52D00"/>
                </a:solidFill>
                <a:latin typeface="Arial"/>
                <a:ea typeface="Arial"/>
                <a:cs typeface="Arial"/>
              </a:rPr>
              <a:t>budget B</a:t>
            </a:r>
          </a:p>
        </p:txBody>
      </p:sp>
      <p:pic>
        <p:nvPicPr>
          <p:cNvPr id="7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c44cb46af45c6"/>
          <a:stretch xmlns:a="http://schemas.openxmlformats.org/drawingml/2006/main"/>
        </p:blipFill>
        <p:spPr>
          <a:xfrm xmlns:a="http://schemas.openxmlformats.org/drawingml/2006/main">
            <a:off x="10972800" y="1428750"/>
            <a:ext cx="323850" cy="466725"/>
          </a:xfrm>
          <a:prstGeom xmlns:a="http://schemas.openxmlformats.org/drawingml/2006/main" prst="rect">
            <a:avLst/>
          </a:prstGeom>
        </p:spPr>
      </p:pic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AD21F3D-4594-4F86-8E94-EBC77EA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504950"/>
            <a:ext cx="180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36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36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FA8E5FF-47E2-48F8-B2D2-732E646E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39050" y="2114550"/>
            <a:ext cx="9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35D2D79-7134-44B0-B85E-84A13630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39050" y="2266950"/>
            <a:ext cx="3552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20A5AE7-8248-470C-81BA-689F00BA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2114550"/>
            <a:ext cx="95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47E89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853022E-5697-4F03-ABA3-1D37F1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9738" y="2333625"/>
            <a:ext cx="2190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7E89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DFE22A2-A824-4582-B2F1-45908899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192405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B5E6E9"/>
          </a:solidFill>
          <a:ln xmlns:a="http://schemas.openxmlformats.org/drawingml/2006/main" w="23813">
            <a:solidFill>
              <a:srgbClr val="00798A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79C113F-D677-43BB-85E2-410B25AA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556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556A"/>
                </a:solidFill>
                <a:latin typeface="Arial"/>
                <a:ea typeface="Arial"/>
                <a:cs typeface="Arial"/>
              </a:rPr>
              <a:t>shared scorer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F186502-1A7D-422C-AADF-D7A0C705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670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8213C"/>
                </a:solidFill>
                <a:latin typeface="Arial"/>
                <a:ea typeface="Arial"/>
                <a:cs typeface="Arial"/>
              </a:rPr>
              <a:t>f (xₛ, xₜ, c)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EB21E901-9403-4FEB-8023-150474C7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96400" y="3252788"/>
            <a:ext cx="2857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98A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C94757A-F013-4AB4-9D03-B9484FC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2786063"/>
            <a:ext cx="13335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98A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A846698-B1D1-4211-847F-93E94F3C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1695450"/>
            <a:ext cx="1495425" cy="1657350"/>
          </a:xfrm>
          <a:prstGeom xmlns:a="http://schemas.openxmlformats.org/drawingml/2006/main" prst="roundRect">
            <a:avLst>
              <a:gd name="adj" fmla="val 4459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51A413E-2F43-4BF5-9FCA-C1B7967B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724025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ranked candidates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C0BF1D9-2124-473F-9B94-AE6D8FAD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031980" y="2190750"/>
            <a:ext cx="64770" cy="1101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67682A6-C5E9-48FF-8129-FA442A69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96750" y="2190750"/>
            <a:ext cx="19431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FB62265-47A9-4155-B7DC-C965F7A7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16181" y="2261997"/>
            <a:ext cx="71247" cy="5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EEFB045-84D1-4EC0-A828-DB0ACD40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31980" y="2261997"/>
            <a:ext cx="84201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532C465-D572-4E0E-B95B-C1FD385C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5376" y="2169376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B08364B-50FA-4844-934B-70B48DD1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606" y="2279485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8242B6A2-9EDF-437B-B775-74ED4210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807" y="2240623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339F251-2B4A-4DD3-A7A3-FFBF181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054" y="2292439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10B2E24-88F8-42A5-810F-81D3F7ED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031980" y="2457450"/>
            <a:ext cx="64770" cy="1101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DD0D4AD-D85A-4F2C-848D-FCA07F4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96750" y="2457450"/>
            <a:ext cx="19431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4983AF3-268E-4BED-B083-53F8E9C9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16181" y="2528697"/>
            <a:ext cx="71247" cy="5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F232948D-B701-46A4-B2CD-D7ADF28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31980" y="2528697"/>
            <a:ext cx="84201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70F04D8-D2AA-42CE-90EB-889D3993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5376" y="2436076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87C2FA5-8DE9-4C07-B966-7886C8B8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606" y="2546185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6CA6877-3604-4D5C-9CA3-9F8A03A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807" y="2507323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834959C-86D4-4AFE-95BF-663F8B15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054" y="2559139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32B497A-0BD2-43EC-9A75-062460D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031980" y="2724150"/>
            <a:ext cx="64770" cy="1101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4FD1949-A314-4C20-A1C6-47654849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96750" y="2724150"/>
            <a:ext cx="19431" cy="712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F7061CA-39D0-4DEC-A796-C71541EC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16181" y="2795397"/>
            <a:ext cx="71247" cy="51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8C271FD-95F8-4903-936F-B358B652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31980" y="2795397"/>
            <a:ext cx="84201" cy="388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BDFCE05-8ECD-4356-8AFB-86407BA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5376" y="2702776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08F5E1E-D4FA-409D-AE46-408F8428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0606" y="2812885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FA91196-67C7-48A5-8726-B15D1AE3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4807" y="2774023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06DF16A-58AD-4033-8978-12B6B9E5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054" y="2825839"/>
            <a:ext cx="42748" cy="427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954">
            <a:solidFill>
              <a:srgbClr val="310889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A7203E9-8DC2-4028-B909-99FAE93A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181225"/>
            <a:ext cx="781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8AE8"/>
          </a:solidFill>
          <a:ln xmlns:a="http://schemas.openxmlformats.org/drawingml/2006/main" w="9525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A290D21-F9D1-4ED6-BAB0-E54342C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447925"/>
            <a:ext cx="590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8AE8"/>
          </a:solidFill>
          <a:ln xmlns:a="http://schemas.openxmlformats.org/drawingml/2006/main" w="9525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406FEB1-7114-4582-944A-8625B82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714625"/>
            <a:ext cx="438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8AE8"/>
          </a:solidFill>
          <a:ln xmlns:a="http://schemas.openxmlformats.org/drawingml/2006/main" w="9525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590FD6B-60DB-40E5-B93A-21DEA032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81325"/>
            <a:ext cx="3143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8AE8"/>
          </a:solidFill>
          <a:ln xmlns:a="http://schemas.openxmlformats.org/drawingml/2006/main" w="9525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D8457DF-7723-49B3-8805-5704ED03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C385402-9390-4599-BAEA-4188D36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671763"/>
            <a:ext cx="1809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98A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59ACA73-3A25-4543-B0F8-2E1DA251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1695450"/>
            <a:ext cx="876300" cy="165735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DFF7F8"/>
          </a:solidFill>
          <a:ln xmlns:a="http://schemas.openxmlformats.org/drawingml/2006/main" w="9525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C97D049-E087-420C-B3F4-8569371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172402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top-B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DDFDF32-CE6E-4450-B72E-BAFFD282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843635" y="2200275"/>
            <a:ext cx="81915" cy="1392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B7241BD-2C73-4F68-843D-3FA92C44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25550" y="2200275"/>
            <a:ext cx="24574" cy="901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67C0F03-2B82-4D00-857F-D7121453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50125" y="2290382"/>
            <a:ext cx="90107" cy="655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2818AF5C-8FAE-4474-97F8-CC3303D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843635" y="2290382"/>
            <a:ext cx="106489" cy="49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E3B5127-7E60-4FE1-9592-C9633C3E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518" y="2173243"/>
            <a:ext cx="54064" cy="54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10470A6-B1E0-483C-AD56-949B4480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603" y="2312499"/>
            <a:ext cx="54064" cy="54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93ECD07-3C52-4B7D-A923-C2B3C12D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093" y="2263350"/>
            <a:ext cx="54064" cy="54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E30C7BA-2F11-432C-994F-B3466737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3199" y="2328882"/>
            <a:ext cx="54064" cy="54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383">
            <a:solidFill>
              <a:srgbClr val="00596B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19EAB01-07E8-4853-B27C-D25FDA8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834110" y="2571750"/>
            <a:ext cx="91440" cy="1554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C574F8C-1213-4AD5-A9FA-E28BD59A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25550" y="2571750"/>
            <a:ext cx="27432" cy="100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C100EFE-889E-4DCB-A1AB-8CADFA9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952982" y="2672334"/>
            <a:ext cx="100584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E1737BD-82B3-44DB-A7E4-400EF97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834110" y="2672334"/>
            <a:ext cx="118872" cy="54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C834FFE-A1DF-4F7E-9905-6F459E9A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5375" y="2541575"/>
            <a:ext cx="60350" cy="60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1A53FE7-D777-463E-8672-4B0D642A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3935" y="2697023"/>
            <a:ext cx="60350" cy="60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B3492E0-1539-48ED-9EAB-4408ECDF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807" y="2642159"/>
            <a:ext cx="60350" cy="60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5CD4EC3-3237-48EC-98BA-CDDF9FE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391" y="2715311"/>
            <a:ext cx="60350" cy="60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288">
            <a:solidFill>
              <a:srgbClr val="00596B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CC4094E-63C4-438E-8731-CF25E0D6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9432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A60D8E-220E-4F20-96B9-F99A1874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71875"/>
            <a:ext cx="7343775" cy="2143125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F6FDFE"/>
          </a:solidFill>
          <a:ln xmlns:a="http://schemas.openxmlformats.org/drawingml/2006/main" w="9525">
            <a:solidFill>
              <a:srgbClr val="8BCAD6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3AE4B21-2817-427C-9796-632E4455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5381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0798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798A"/>
                </a:solidFill>
                <a:latin typeface="Arial"/>
                <a:ea typeface="Arial"/>
                <a:cs typeface="Arial"/>
              </a:rPr>
              <a:t>Outcome-based evaluation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33BDE5D-A883-43BC-8CA2-DE24300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76700"/>
            <a:ext cx="1809750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EEE5FF"/>
          </a:solidFill>
          <a:ln xmlns:a="http://schemas.openxmlformats.org/drawingml/2006/main" w="9525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5CFD407-A83E-4DED-9701-8C1EE7A6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052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ECDCCA6-4E26-4A75-8B5E-69DFC9F8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86650" y="4514850"/>
            <a:ext cx="76200" cy="129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D8693A9-BB60-4D06-825B-031274C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62850" y="4514850"/>
            <a:ext cx="22860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CEC0519C-D245-4D71-BD87-1D32E2F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85710" y="4598670"/>
            <a:ext cx="83820" cy="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9B6758A-0FA7-44C4-BBF3-BC91678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86650" y="4598670"/>
            <a:ext cx="9906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339921E-2E94-4C6B-942A-DB1B7953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704" y="448970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21FD4CE-BAD9-473A-97FD-25B07DE0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61924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0B59D62-92ED-408E-B414-6242A28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564" y="457352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7B15198-3F1E-4983-89FF-00D6F133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463448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915A24E-D726-4C11-953E-1F9A88B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67650" y="4514850"/>
            <a:ext cx="76200" cy="129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4208CCA-1A8D-43D5-9B0E-C6198869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43850" y="4514850"/>
            <a:ext cx="22860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0A70CD5-F122-408E-A9D7-74D3381B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6710" y="4598670"/>
            <a:ext cx="83820" cy="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9FAD78D-CDAD-43E5-98AA-3CFAF134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67650" y="4598670"/>
            <a:ext cx="9906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A7AF4C9A-E893-46D6-9817-3D84440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448970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22F2B76-7D3F-4B53-A28F-CDC13A4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504" y="461924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2FF39A0-F034-4C43-A90D-52E6C9D8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564" y="457352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D4EB71E-78CA-4E96-B3DD-633480F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384" y="463448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D5ECAF4-4894-42D9-8969-C9C937DC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229600" y="4514850"/>
            <a:ext cx="76200" cy="129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F2F3EE8-C835-4736-A85C-01F2C288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05800" y="4514850"/>
            <a:ext cx="22860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4FBABBC-E56D-44E3-A8FE-7A5B05D7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28660" y="4598670"/>
            <a:ext cx="83820" cy="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9E9A922-9D8E-4C9F-BC17-36B0AF7C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29600" y="4598670"/>
            <a:ext cx="9906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D2FFEB5-CF01-4D4E-A27A-0678CCD7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654" y="448970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426CACF-BB72-444F-B260-A3AECC68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454" y="461924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EDB4C25-AE33-4766-B944-3908BD40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514" y="457352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10B2E1E-0A3F-42A9-823C-D0A9B748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334" y="463448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142B20A-2C59-4339-8CF3-165A996D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848725" y="4514850"/>
            <a:ext cx="76200" cy="129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7D8301E-1360-4A38-96E7-18528252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24925" y="4514850"/>
            <a:ext cx="22860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842872C-4FDD-49F0-804D-2B282645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47785" y="4598670"/>
            <a:ext cx="83820" cy="60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EE4B803-1170-491D-8976-1D47FCD7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48725" y="4598670"/>
            <a:ext cx="9906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0DE6660-37B6-48F4-B367-62183623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779" y="448970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40564A3-2E99-43ED-A81D-B2E417FC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579" y="461924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7948579-79D3-4B2D-89F2-53DAB357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639" y="457352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BF115D1-C015-43ED-ADDA-4B5064D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459" y="4634484"/>
            <a:ext cx="50292" cy="502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10889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4E41B501-7A9A-4518-9F04-DC0FD5A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481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DD685B2-8F65-4D18-B73A-4F1E94C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52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c₁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C7ABEF1-34A0-4E17-87C5-A25E5E9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752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c₂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A185127-52DB-406F-A9D7-26CFA62E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52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c₃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E6F4DDCE-EEE6-4E9F-9EA1-BDCDFB8F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52975"/>
            <a:ext cx="14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A18957B-4E71-4A94-8754-95CAD31E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291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1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941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D38F803-A58D-4A06-A44B-E83E0CD9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9550" y="4438650"/>
            <a:ext cx="23812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1800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5DD3E97-11BA-4348-BC0C-2C963011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29550" y="4438650"/>
            <a:ext cx="238125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1800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A0E3B5C-0A5F-4D4C-B1FF-3B5A2228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43850" y="5010150"/>
            <a:ext cx="95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1800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5B7FE2C-32FC-490D-88DC-6B6708BB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1628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020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02000"/>
                </a:solidFill>
                <a:latin typeface="Arial"/>
                <a:ea typeface="Arial"/>
                <a:cs typeface="Arial"/>
              </a:rPr>
              <a:t>identity excluded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FE1012F-A10A-42C9-9F21-F6D911E3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1285875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DDF7F8"/>
          </a:solidFill>
          <a:ln xmlns:a="http://schemas.openxmlformats.org/drawingml/2006/main" w="9525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D67DD59-0EE9-484B-84C4-A229C13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top-B candidates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A9EFA5D2-19F9-4003-B198-358E1D99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65018" y="4591050"/>
            <a:ext cx="88582" cy="1505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D0CD0BD-02A4-405D-B11F-92AAF93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53600" y="4591050"/>
            <a:ext cx="26575" cy="97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15FD8335-66A7-4F29-80B2-FB38443F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0175" y="4688491"/>
            <a:ext cx="97441" cy="70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7D80398-8563-4F89-AB28-AE45968A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65018" y="4688491"/>
            <a:ext cx="115157" cy="53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58DEE1D-F76A-4B4E-A892-922022CB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368" y="4561818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6F24B37-3975-49D4-91F3-D9A57723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785" y="4712408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60A2FFD-2200-4A6F-B7AE-7061E57E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43" y="4659259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DC6AEE62-DBC0-4951-8DC8-85A4F44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383" y="4730125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E7B468A-64A1-4C96-B500-D84CB143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103168" y="4591050"/>
            <a:ext cx="88582" cy="1505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B433452B-5E55-4026-A4BB-294BED2E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91750" y="4591050"/>
            <a:ext cx="26575" cy="97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447A1CF-C927-451F-A0CA-52F2D35C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18325" y="4688491"/>
            <a:ext cx="97441" cy="708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1BF9101-B0A4-4AB6-B1EC-FEC60FEE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103168" y="4688491"/>
            <a:ext cx="115157" cy="53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D241B89-B35E-46A7-8C72-612552CF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518" y="4561818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2BCCB8AD-A971-44D9-A4D0-C1C3163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935" y="4712408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5F2ED85-7578-4271-9608-CAF9574A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93" y="4659259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CFA882C-31BC-4540-B55C-0E214595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533" y="4730125"/>
            <a:ext cx="58464" cy="584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17">
            <a:solidFill>
              <a:srgbClr val="00596B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C600F09-394A-4B4D-9E93-4D3E4837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33900"/>
            <a:ext cx="21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544FB3E-AE80-4DC1-AF4E-44EA6B19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76700"/>
            <a:ext cx="1057275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63AA8CA-D4B8-43A4-891F-FFEC5CC6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124325"/>
            <a:ext cx="1000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92B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2B00"/>
                </a:solidFill>
                <a:latin typeface="Arial"/>
                <a:ea typeface="Arial"/>
                <a:cs typeface="Arial"/>
              </a:rPr>
              <a:t>held-out</a:t>
            </a:r>
          </a:p>
          <a:p xmlns:a="http://schemas.openxmlformats.org/drawingml/2006/main">
            <a:pPr algn="ctr">
              <a:defRPr sz="1350" b="1" i="0">
                <a:solidFill>
                  <a:srgbClr val="E92B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2B00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A453A87B-FCF6-4B47-AEE7-E80C870B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076700"/>
            <a:ext cx="1057275" cy="10287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4EA560B-A9BD-4CBC-81E9-766BC8B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124325"/>
            <a:ext cx="1000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92B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2B00"/>
                </a:solidFill>
                <a:latin typeface="Arial"/>
                <a:ea typeface="Arial"/>
                <a:cs typeface="Arial"/>
              </a:rPr>
              <a:t>utility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2CDDD6F-BA17-484F-BE24-71A50ED6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4076700"/>
            <a:ext cx="895350" cy="102870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CF02B3A-4A73-4F08-A57C-578598B5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124325"/>
            <a:ext cx="838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92B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2B00"/>
                </a:solidFill>
                <a:latin typeface="Arial"/>
                <a:ea typeface="Arial"/>
                <a:cs typeface="Arial"/>
              </a:rPr>
              <a:t>BU@B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2287386-ED88-4538-91CF-19D9FB6B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7815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AD2620C-01BE-4CAE-9574-E2BBE8E7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657725"/>
            <a:ext cx="95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0748E03D-F661-4218-BBCB-1AE11DC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675" y="470535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27E88D9-930F-458C-BC6E-86949FA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600575"/>
            <a:ext cx="95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5340B826-CD5E-45E0-B862-55E229AA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4772025"/>
            <a:ext cx="95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632492D1-CE63-409A-80AD-7691156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464820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47F2C56-E5F2-40F0-A035-C3C1F4C6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449580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E50"/>
          </a:solidFill>
          <a:ln xmlns:a="http://schemas.openxmlformats.org/drawingml/2006/main" w="9525">
            <a:noFill/>
          </a:ln>
        </p:spPr>
      </p:sp>
      <p:pic>
        <p:nvPicPr>
          <p:cNvPr id="8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e696ba965442f"/>
          <a:stretch xmlns:a="http://schemas.openxmlformats.org/drawingml/2006/main"/>
        </p:blipFill>
        <p:spPr>
          <a:xfrm xmlns:a="http://schemas.openxmlformats.org/drawingml/2006/main">
            <a:off x="13687425" y="4448175"/>
            <a:ext cx="542925" cy="571500"/>
          </a:xfrm>
          <a:prstGeom xmlns:a="http://schemas.openxmlformats.org/drawingml/2006/main" prst="rect">
            <a:avLst/>
          </a:prstGeom>
        </p:spPr>
      </p:pic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B3A668D6-10F2-4F0B-8B93-D5F57C2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624388"/>
            <a:ext cx="2476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66A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5C41F94-52D1-4CBE-9912-C9841AC2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4624388"/>
            <a:ext cx="2000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66A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CE6C894-9B46-490A-92B0-D83E87C2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4624388"/>
            <a:ext cx="2095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66A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E0F5208-86F4-4803-8E96-3498526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8325" y="4624388"/>
            <a:ext cx="2095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66A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16158B1-8EBE-414B-9C49-6548DA9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238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E92B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92B00"/>
                </a:solidFill>
                <a:latin typeface="Arial"/>
                <a:ea typeface="Arial"/>
                <a:cs typeface="Arial"/>
              </a:rPr>
              <a:t>Useful outcomes, not identity recovery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9E183BE-DEE2-4495-8362-BC02A47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15050"/>
            <a:ext cx="3124200" cy="2981325"/>
          </a:xfrm>
          <a:prstGeom xmlns:a="http://schemas.openxmlformats.org/drawingml/2006/main" prst="roundRect">
            <a:avLst>
              <a:gd name="adj" fmla="val 2236"/>
            </a:avLst>
          </a:prstGeom>
          <a:solidFill xmlns:a="http://schemas.openxmlformats.org/drawingml/2006/main">
            <a:srgbClr val="EDF0F2"/>
          </a:solidFill>
          <a:ln xmlns:a="http://schemas.openxmlformats.org/drawingml/2006/main" w="9525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0FB7AAA-4E37-4EAE-8FDA-25D7BFCB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15050"/>
            <a:ext cx="3171825" cy="2981325"/>
          </a:xfrm>
          <a:prstGeom xmlns:a="http://schemas.openxmlformats.org/drawingml/2006/main" prst="roundRect">
            <a:avLst>
              <a:gd name="adj" fmla="val 2236"/>
            </a:avLst>
          </a:prstGeom>
          <a:solidFill xmlns:a="http://schemas.openxmlformats.org/drawingml/2006/main">
            <a:srgbClr val="EDE6FF"/>
          </a:solidFill>
          <a:ln xmlns:a="http://schemas.openxmlformats.org/drawingml/2006/main" w="9525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9E67596-B01B-4893-A317-8604A79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115050"/>
            <a:ext cx="7848600" cy="2981325"/>
          </a:xfrm>
          <a:prstGeom xmlns:a="http://schemas.openxmlformats.org/drawingml/2006/main" prst="roundRect">
            <a:avLst>
              <a:gd name="adj" fmla="val 2236"/>
            </a:avLst>
          </a:prstGeom>
          <a:solidFill xmlns:a="http://schemas.openxmlformats.org/drawingml/2006/main">
            <a:srgbClr val="E0F9FB"/>
          </a:solidFill>
          <a:ln xmlns:a="http://schemas.openxmlformats.org/drawingml/2006/main" w="9525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3A03286C-AF5B-4F02-8655-3F62FDBE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722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Historical atlas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AEDC0FC3-475B-4A9D-B0EF-4095F40E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172200"/>
            <a:ext cx="2981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Candidate Effect Distillation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22A37E38-F83C-476D-AF60-1ED167C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617220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Response-unseen deployment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2A9877C-2B5E-44B7-B376-05CBFCC3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619875"/>
            <a:ext cx="2990850" cy="2362200"/>
          </a:xfrm>
          <a:prstGeom xmlns:a="http://schemas.openxmlformats.org/drawingml/2006/main" prst="roundRect">
            <a:avLst>
              <a:gd name="adj" fmla="val 2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DE16CD20-ED0A-4344-A76A-15BBE489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6619875"/>
            <a:ext cx="3000375" cy="2362200"/>
          </a:xfrm>
          <a:prstGeom xmlns:a="http://schemas.openxmlformats.org/drawingml/2006/main" prst="roundRect">
            <a:avLst>
              <a:gd name="adj" fmla="val 2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E6FDEAE-9825-4F0D-BE6A-AEB3EBD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6600825"/>
            <a:ext cx="7734300" cy="2371725"/>
          </a:xfrm>
          <a:prstGeom xmlns:a="http://schemas.openxmlformats.org/drawingml/2006/main" prst="roundRect">
            <a:avLst>
              <a:gd name="adj" fmla="val 2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99E33565-650F-42D6-9812-47789A38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80085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historical</a:t>
            </a:r>
          </a:p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F33D17E-7358-4F80-A084-6907A67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00850"/>
            <a:ext cx="885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1F5882C0-EEBE-4256-B0FE-C7DD99F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8008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historical</a:t>
            </a:r>
          </a:p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responses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D4DFE03-2222-49BA-BC09-8B4A384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36245" y="7429500"/>
            <a:ext cx="106680" cy="181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07603399-E732-4513-993A-AFC0AB8F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" y="7429500"/>
            <a:ext cx="32004" cy="1173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8002570-60FB-4822-8581-7505DDC1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929" y="7546848"/>
            <a:ext cx="117348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9F6DE4C-2D2B-42AC-ACBF-2CD29385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245" y="7546848"/>
            <a:ext cx="138684" cy="6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3E316D37-1CB9-4272-97F5-8377403E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21" y="7394296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0793111-70CF-4C0A-AD7B-7801775D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1" y="7575652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00AFE857-28C3-457F-8CB9-1E79F078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25" y="7511644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277D88A9-78EE-4EA6-A5AB-E7B9E6EC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73" y="7596988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095E589-1D0F-476C-ADBF-ECAF57F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1495" y="7915275"/>
            <a:ext cx="106680" cy="181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1B96CE0-2F03-4EA3-8FB5-7C5126D0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" y="7915275"/>
            <a:ext cx="32004" cy="1173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D41BB1AF-1583-4D71-A963-38D59B67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0179" y="8032623"/>
            <a:ext cx="117348" cy="85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52945C7-3596-4E4F-BE2E-2911C9E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1495" y="8032623"/>
            <a:ext cx="138684" cy="6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E4213D2-EE80-4B40-AD38-7DBC872C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71" y="7880071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E3789857-D74B-4D71-B857-16B9093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91" y="8061427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021F075-A4E7-4046-9739-1F02A07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75" y="7997419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3D71AC58-BD66-4C2C-ACEC-5081D17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23" y="8082763"/>
            <a:ext cx="70409" cy="70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336">
            <a:solidFill>
              <a:srgbClr val="08213C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C9BEAADB-DA14-4DF7-BD1A-68906F43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8201025"/>
            <a:ext cx="428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pic>
        <p:nvPicPr>
          <p:cNvPr id="9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f193f4c5f45a1"/>
          <a:stretch xmlns:a="http://schemas.openxmlformats.org/drawingml/2006/main"/>
        </p:blipFill>
        <p:spPr>
          <a:xfrm xmlns:a="http://schemas.openxmlformats.org/drawingml/2006/main">
            <a:off x="1057275" y="7419975"/>
            <a:ext cx="571500" cy="733425"/>
          </a:xfrm>
          <a:prstGeom xmlns:a="http://schemas.openxmlformats.org/drawingml/2006/main" prst="rect">
            <a:avLst/>
          </a:prstGeom>
        </p:spPr>
      </p:pic>
      <p:pic>
        <p:nvPicPr>
          <p:cNvPr id="9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b4da1fcf74c09"/>
          <a:stretch xmlns:a="http://schemas.openxmlformats.org/drawingml/2006/main"/>
        </p:blipFill>
        <p:spPr>
          <a:xfrm xmlns:a="http://schemas.openxmlformats.org/drawingml/2006/main">
            <a:off x="1809750" y="7477125"/>
            <a:ext cx="428625" cy="609600"/>
          </a:xfrm>
          <a:prstGeom xmlns:a="http://schemas.openxmlformats.org/drawingml/2006/main" prst="rect">
            <a:avLst/>
          </a:prstGeom>
        </p:spPr>
      </p:pic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127DF9C7-F38C-4856-949D-0B7B6F64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81819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STRING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E68A995-1519-4574-92AE-065397E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1819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MAP-KG</a:t>
            </a:r>
          </a:p>
        </p:txBody>
      </p:sp>
      <p:pic>
        <p:nvPicPr>
          <p:cNvPr id="9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328677c8f414c"/>
          <a:stretch xmlns:a="http://schemas.openxmlformats.org/drawingml/2006/main"/>
        </p:blipFill>
        <p:spPr>
          <a:xfrm xmlns:a="http://schemas.openxmlformats.org/drawingml/2006/main">
            <a:off x="2447925" y="7286625"/>
            <a:ext cx="628650" cy="1247775"/>
          </a:xfrm>
          <a:prstGeom xmlns:a="http://schemas.openxmlformats.org/drawingml/2006/main" prst="rect">
            <a:avLst/>
          </a:prstGeom>
        </p:spPr>
      </p:pic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D6AAEE08-525D-4806-AB9E-2BD28C6A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5058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E92B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E92B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899E078D-D22D-483C-B3A2-263B9B2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7534275"/>
            <a:ext cx="285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7781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3B3269B4-E142-4DDB-AAC9-E62F4E74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33800" y="6934200"/>
            <a:ext cx="104775" cy="17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D64F361-B61C-4739-BC8C-02AE59A5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6934200"/>
            <a:ext cx="31433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5D8FF874-B4D8-429D-B624-4D114619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70008" y="7049453"/>
            <a:ext cx="115252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B98178C-DAE2-4435-92C4-6280698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33800" y="7049453"/>
            <a:ext cx="136208" cy="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BF8AA80-7042-44DB-AA89-106C2F1D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99" y="6899624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743D88D-F7DD-4766-B475-4B988F97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224" y="707774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F6C36AFE-2F8B-46E3-84B9-F44312F9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432" y="701487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140C9D28-701B-4D57-9D1B-3EF7FDDB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84" y="709869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EBACF71-107B-4B57-9F7E-D2164E06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33800" y="7486650"/>
            <a:ext cx="104775" cy="17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51A89718-6BC7-44BC-9204-29AA6636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7486650"/>
            <a:ext cx="31433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1F71FBD0-D46F-45DA-87E7-941D74E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70008" y="7601903"/>
            <a:ext cx="115252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D5060BCD-6F1D-4922-A4BC-28CC0FFC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33800" y="7601903"/>
            <a:ext cx="136208" cy="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82EA9CAB-33CE-4051-8E21-7D03A93A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99" y="7452074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91BCFF68-581C-4963-BC2E-CB3F80D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224" y="763019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2BD25D32-FCE5-4FE5-B68F-D062664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432" y="756732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7E4ED7A7-3F53-4DA1-8465-C8F0F31F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84" y="765114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DB2F33B0-3B1C-4A11-93D1-5B482E36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33800" y="8020050"/>
            <a:ext cx="104775" cy="1781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61F589D1-2162-4DF9-9284-4BC08EF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8575" y="8020050"/>
            <a:ext cx="31433" cy="1152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CD47AE0C-4B4D-48DF-AD4D-C1C72EE5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70008" y="8135303"/>
            <a:ext cx="115252" cy="83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97A7BD4C-C3F0-4F09-ABCC-54C6B3D4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33800" y="8135303"/>
            <a:ext cx="136208" cy="62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AAD2E97-E3A0-4F2B-B283-C0CF2931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99" y="7985474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4B87C319-6052-4BEB-BF69-407579E5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224" y="8163592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D2DDF784-02CC-465D-B3F8-DA6FF0BE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432" y="810072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2CA72C39-F9A0-4AB8-A35F-944BC5F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84" y="8184547"/>
            <a:ext cx="69152" cy="69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45F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33AFF8E-49BC-4371-A41F-5DFB0E47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334375"/>
            <a:ext cx="371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A68D960-1BF5-4267-83F9-5A58ED1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05275" y="7077075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5B70"/>
            </a:solidFill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18D4E91-7F90-4A71-8163-AAF88F2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57675" y="7077075"/>
            <a:ext cx="9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5B70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EDF23F8-8F4C-4A01-AF3D-88500B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05275" y="8343900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5B70"/>
            </a:solidFill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AEC3810-D33A-4857-BDB1-3623B628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7653338"/>
            <a:ext cx="1905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6278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2603533-96F7-40C2-9CAF-3C784F6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143750"/>
            <a:ext cx="952500" cy="11334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4C0F2"/>
          </a:solidFill>
          <a:ln xmlns:a="http://schemas.openxmlformats.org/drawingml/2006/main" w="23813">
            <a:solidFill>
              <a:srgbClr val="7130CF"/>
            </a:solidFill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A3682FA-A5B1-4DE5-98E5-3367405C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7448550"/>
            <a:ext cx="85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CED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2BEF0F7-3275-4698-A8E1-6E7166F1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7653338"/>
            <a:ext cx="2190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56278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A2DD698-CD3F-4AAB-8F9D-E77290D9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819900"/>
            <a:ext cx="733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predicted</a:t>
            </a:r>
          </a:p>
          <a:p xmlns:a="http://schemas.openxmlformats.org/drawingml/2006/main">
            <a:pPr algn="ctr">
              <a:defRPr sz="1275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effect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CC23024-D1D1-4E43-AB30-7DFDA9F4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391400"/>
            <a:ext cx="495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AED"/>
          </a:solidFill>
          <a:ln xmlns:a="http://schemas.openxmlformats.org/drawingml/2006/main" w="9525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BDA75A6-AF3D-47A3-9F03-AF420FB6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658100"/>
            <a:ext cx="342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AED"/>
          </a:solidFill>
          <a:ln xmlns:a="http://schemas.openxmlformats.org/drawingml/2006/main" w="9525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993EE27-8F82-4E7C-A473-6604C234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924800"/>
            <a:ext cx="209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AED"/>
          </a:solidFill>
          <a:ln xmlns:a="http://schemas.openxmlformats.org/drawingml/2006/main" w="9525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58820187-3E8F-474B-87A1-9F90D34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8058150"/>
            <a:ext cx="44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D0AF05E-3B40-4943-B370-7453B191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7543800"/>
            <a:ext cx="2952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87781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1387257B-B6FE-4BD6-89D5-A8BBEDD4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743700"/>
            <a:ext cx="1704975" cy="2066925"/>
          </a:xfrm>
          <a:prstGeom xmlns:a="http://schemas.openxmlformats.org/drawingml/2006/main" prst="roundRect">
            <a:avLst>
              <a:gd name="adj" fmla="val 3911"/>
            </a:avLst>
          </a:prstGeom>
          <a:solidFill xmlns:a="http://schemas.openxmlformats.org/drawingml/2006/main">
            <a:srgbClr val="F0EAFF"/>
          </a:solidFill>
          <a:ln xmlns:a="http://schemas.openxmlformats.org/drawingml/2006/main" w="9525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5E039B3-C849-4804-B434-11A4F484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905625"/>
            <a:ext cx="828675" cy="15525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4FBFD"/>
          </a:solidFill>
          <a:ln xmlns:a="http://schemas.openxmlformats.org/drawingml/2006/main" w="9525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71FFC77D-1D7B-43ED-9EA2-9280BFB8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000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c₁*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F1A78536-F906-4395-AEE6-BECD7A17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02818" y="6972300"/>
            <a:ext cx="98107" cy="166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C177522-A7DA-45B1-B187-72ED518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00925" y="6972300"/>
            <a:ext cx="29432" cy="1079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2E232A7-8993-4F23-90BD-AB3301F7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0357" y="7080218"/>
            <a:ext cx="107918" cy="78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4793444-929A-4241-8061-C60CA5B4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02818" y="7080218"/>
            <a:ext cx="127540" cy="58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BB4BD5E2-4EAB-470E-A0F1-3BE2802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50" y="6939925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ABAF3318-2AE0-45B7-BE45-3ACD982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442" y="7106707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60386F1D-F4DA-45FB-AE91-6148B69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982" y="7047843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CD8C603-400B-40BF-9FC5-5D53836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900" y="7126329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003AEB0B-9A52-43CB-8B2F-96CB6F20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4199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c₂*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77EE1149-C137-438C-853C-CAE16F8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02818" y="7391400"/>
            <a:ext cx="98107" cy="166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B7F220E-1CFF-43F5-8430-F4159F19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00925" y="7391400"/>
            <a:ext cx="29432" cy="1079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2990A7FD-4BE7-4AB2-8776-60397F5E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0357" y="7499318"/>
            <a:ext cx="107918" cy="78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FBAD3C36-D76B-41DB-B2F2-A4D4E16D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02818" y="7499318"/>
            <a:ext cx="127540" cy="58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A3CA7205-134E-45F3-8181-7C72B768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50" y="7359025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3F6132EE-B377-4EA4-A5C5-00D1895A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442" y="7525807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C7017EE-8560-4C83-90DB-C190DD47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982" y="7466943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A5CA54C2-94AE-4A6C-B9AC-38839323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900" y="7545429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CC00FEF2-79F7-4A4B-9F1D-779228FB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8200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c₃*</a:t>
            </a:r>
          </a:p>
        </p:txBody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FD82CB64-EE23-45CF-B049-D6AE3E45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02818" y="7791450"/>
            <a:ext cx="98107" cy="166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D2DFBCB-9518-4BCD-865B-F809D47F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00925" y="7791450"/>
            <a:ext cx="29432" cy="1079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4A5AD3BF-5238-48C8-985C-52F76215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0357" y="7899368"/>
            <a:ext cx="107918" cy="78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89F5963-E4CE-46F6-908C-F32B7C8A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02818" y="7899368"/>
            <a:ext cx="127540" cy="58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FEE5DAE0-BE1E-4FF7-951B-DCD07808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50" y="7759075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3F208CCC-207D-44F7-9F62-0FF505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442" y="7925857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CDB22F5A-C016-437F-93C8-BF1C3F3E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982" y="7866993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E8423EF2-F3C6-4159-9AA6-F2421D2C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900" y="7945479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A31C6FF-4DC2-4F51-9FE7-687B42B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4391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EC89C1C7-0DE5-4E09-9E98-6E80905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85153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9" b="1" i="1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089" b="1" i="1">
                <a:solidFill>
                  <a:srgbClr val="31088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81E6106-7AA9-4D64-ABBA-40A08193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391525"/>
            <a:ext cx="11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155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*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C1215547-5F7E-40D2-BF80-86746499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02818" y="8410575"/>
            <a:ext cx="98107" cy="1667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F5393C1A-EFEC-41C8-B94B-FC6C268C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00925" y="8410575"/>
            <a:ext cx="29432" cy="1079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7EAEA32A-0760-43B3-8550-3683469E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30357" y="8518493"/>
            <a:ext cx="107918" cy="784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E8CCEF8-5725-4DEC-A85A-53FA364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02818" y="8518493"/>
            <a:ext cx="127540" cy="58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43C8874-7B0E-498C-9087-93AA7C6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50" y="8378200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606184EB-8DA0-439C-B46C-9F09E39B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442" y="8544982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31142D50-5248-4A50-AC05-D753FCF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982" y="8486118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9B56EFA-4733-4CC4-9202-1A325C1D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900" y="8564604"/>
            <a:ext cx="64751" cy="647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22">
            <a:solidFill>
              <a:srgbClr val="310889"/>
            </a:solidFill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669E81B-5BF0-4B70-A490-B9CC3C9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05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pic>
        <p:nvPicPr>
          <p:cNvPr id="9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28af3d70c452b"/>
          <a:stretch xmlns:a="http://schemas.openxmlformats.org/drawingml/2006/main"/>
        </p:blipFill>
        <p:spPr>
          <a:xfrm xmlns:a="http://schemas.openxmlformats.org/drawingml/2006/main">
            <a:off x="7848600" y="6962775"/>
            <a:ext cx="390525" cy="523875"/>
          </a:xfrm>
          <a:prstGeom xmlns:a="http://schemas.openxmlformats.org/drawingml/2006/main" prst="rect">
            <a:avLst/>
          </a:prstGeom>
        </p:spPr>
      </p:pic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B6D81109-C613-4349-80A6-B935718D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18133" y="7600950"/>
            <a:ext cx="111443" cy="1894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9EF23F89-A69A-4749-865D-2256D2B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29575" y="7600950"/>
            <a:ext cx="33433" cy="122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7037C146-ABA5-408C-A42F-EB84092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63008" y="7723537"/>
            <a:ext cx="122587" cy="89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90156AFA-1CAF-41A7-903A-55F6EF72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18133" y="7723537"/>
            <a:ext cx="144875" cy="668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559D757-94A8-4FA5-92F9-8E46311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799" y="7564174"/>
            <a:ext cx="73552" cy="73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85B42CC-8A70-43B2-97DD-DDF50284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356" y="7753626"/>
            <a:ext cx="73552" cy="73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D7194E27-5736-455A-91BD-B5C8526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232" y="7686761"/>
            <a:ext cx="73552" cy="73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89">
            <a:solidFill>
              <a:srgbClr val="00596B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40861D9-97A0-4AD2-9AC4-9C72042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818" y="7775915"/>
            <a:ext cx="73552" cy="73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89">
            <a:solidFill>
              <a:srgbClr val="00596B"/>
            </a:solidFill>
          </a:ln>
        </p:spPr>
      </p:sp>
      <p:pic>
        <p:nvPicPr>
          <p:cNvPr id="9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ec07ab46e46d3"/>
          <a:stretch xmlns:a="http://schemas.openxmlformats.org/drawingml/2006/main"/>
        </p:blipFill>
        <p:spPr>
          <a:xfrm xmlns:a="http://schemas.openxmlformats.org/drawingml/2006/main">
            <a:off x="7705725" y="7953375"/>
            <a:ext cx="647700" cy="476250"/>
          </a:xfrm>
          <a:prstGeom xmlns:a="http://schemas.openxmlformats.org/drawingml/2006/main" prst="rect">
            <a:avLst/>
          </a:prstGeom>
        </p:spPr>
      </p:pic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BED003D9-58DF-4A7B-9397-9F2E0FA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0025" y="7905750"/>
            <a:ext cx="4095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02D16"/>
            </a:solidFill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81F5F17-E6DD-40A9-8BC2-71A0994D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20025" y="7905750"/>
            <a:ext cx="4095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02D16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F8A01A93-F254-4D6B-AB15-BB5BBA8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8458200"/>
            <a:ext cx="123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022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02200"/>
                </a:solidFill>
                <a:latin typeface="Arial"/>
                <a:ea typeface="Arial"/>
                <a:cs typeface="Arial"/>
              </a:rPr>
              <a:t>no measured</a:t>
            </a:r>
          </a:p>
          <a:p xmlns:a="http://schemas.openxmlformats.org/drawingml/2006/main">
            <a:pPr algn="ctr">
              <a:defRPr sz="1500" b="1" i="0">
                <a:solidFill>
                  <a:srgbClr val="F022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02200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A7FCDDE-3E8B-42C9-91A6-8BBABA94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7710488"/>
            <a:ext cx="2667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4E69"/>
          </a:solidFill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72B6F50C-D772-4634-9F91-58A56494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6800850"/>
            <a:ext cx="74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predicted</a:t>
            </a:r>
          </a:p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effect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DD2E88B0-2CBF-47E8-8C56-3DF6FF8A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362825"/>
            <a:ext cx="4857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AE4"/>
          </a:solidFill>
          <a:ln xmlns:a="http://schemas.openxmlformats.org/drawingml/2006/main" w="9525">
            <a:noFill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8042CB11-605B-40B7-B40D-4770E76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629525"/>
            <a:ext cx="304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AE4"/>
          </a:solidFill>
          <a:ln xmlns:a="http://schemas.openxmlformats.org/drawingml/2006/main" w="9525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DB453B6F-C11A-4598-B60A-76D76D4A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896225"/>
            <a:ext cx="2000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8AE4"/>
          </a:solidFill>
          <a:ln xmlns:a="http://schemas.openxmlformats.org/drawingml/2006/main" w="9525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C5E630A-592E-4E77-B709-0D479B1A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0581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00EE719-4421-4800-B729-8830CE1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0" y="7710488"/>
            <a:ext cx="2095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4E69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BE22CB02-10B6-4E65-BF36-B04588CE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838950"/>
            <a:ext cx="1514475" cy="1876425"/>
          </a:xfrm>
          <a:prstGeom xmlns:a="http://schemas.openxmlformats.org/drawingml/2006/main" prst="roundRect">
            <a:avLst>
              <a:gd name="adj" fmla="val 4403"/>
            </a:avLst>
          </a:prstGeom>
          <a:solidFill xmlns:a="http://schemas.openxmlformats.org/drawingml/2006/main">
            <a:srgbClr val="EDF5F9"/>
          </a:solidFill>
          <a:ln xmlns:a="http://schemas.openxmlformats.org/drawingml/2006/main" w="9525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682B2C7E-97A4-442C-815A-197337D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34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base compatibility</a:t>
            </a:r>
          </a:p>
        </p:txBody>
      </p:sp>
      <p:pic>
        <p:nvPicPr>
          <p:cNvPr id="10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ec234585a4966"/>
          <a:stretch xmlns:a="http://schemas.openxmlformats.org/drawingml/2006/main"/>
        </p:blipFill>
        <p:spPr>
          <a:xfrm xmlns:a="http://schemas.openxmlformats.org/drawingml/2006/main">
            <a:off x="9906000" y="7219950"/>
            <a:ext cx="400050" cy="428625"/>
          </a:xfrm>
          <a:prstGeom xmlns:a="http://schemas.openxmlformats.org/drawingml/2006/main" prst="rect">
            <a:avLst/>
          </a:prstGeom>
        </p:spPr>
      </p:pic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ED69C9F9-2B4B-481A-BE5D-797AEE28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258050"/>
            <a:ext cx="571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7EA"/>
          </a:solidFill>
          <a:ln xmlns:a="http://schemas.openxmlformats.org/drawingml/2006/main" w="9525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058376F0-0180-4725-A3E2-543D4930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524750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7EA"/>
          </a:solidFill>
          <a:ln xmlns:a="http://schemas.openxmlformats.org/drawingml/2006/main" w="9525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981E0B9E-DA93-47CE-89D1-5FF1C3C5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820025"/>
            <a:ext cx="1371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effect alignment</a:t>
            </a:r>
          </a:p>
        </p:txBody>
      </p:sp>
      <p:pic>
        <p:nvPicPr>
          <p:cNvPr id="10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1763e0c5b45a5"/>
          <a:stretch xmlns:a="http://schemas.openxmlformats.org/drawingml/2006/main"/>
        </p:blipFill>
        <p:spPr>
          <a:xfrm xmlns:a="http://schemas.openxmlformats.org/drawingml/2006/main">
            <a:off x="9848850" y="8134350"/>
            <a:ext cx="514350" cy="476250"/>
          </a:xfrm>
          <a:prstGeom xmlns:a="http://schemas.openxmlformats.org/drawingml/2006/main" prst="rect">
            <a:avLst/>
          </a:prstGeom>
        </p:spPr>
      </p:pic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D8ACFA2A-9B07-41DB-AF4B-5485DD86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162925"/>
            <a:ext cx="542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7EA"/>
          </a:solidFill>
          <a:ln xmlns:a="http://schemas.openxmlformats.org/drawingml/2006/main" w="9525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992A8E77-AE7E-4DE7-8C27-862D120C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429625"/>
            <a:ext cx="3905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7EA"/>
          </a:solidFill>
          <a:ln xmlns:a="http://schemas.openxmlformats.org/drawingml/2006/main" w="9525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31CD6250-E07E-4A74-8A37-B8851E7B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58550" y="7296150"/>
            <a:ext cx="123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5D77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8A5C8CC2-2DF5-4628-8BD1-E47B1391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82375" y="7296150"/>
            <a:ext cx="9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5D77"/>
            </a:solidFill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E920A17-F794-4D04-A60D-D1C7EBEC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58550" y="8258175"/>
            <a:ext cx="123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85D77"/>
            </a:solidFill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3A9FB7B-83EB-4134-902D-52AEB8B8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2375" y="7720013"/>
            <a:ext cx="15240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5D77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502FD947-584E-44D6-8D2D-7130FD2B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7400925"/>
            <a:ext cx="581025" cy="771525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7617EAA-C8B5-4B4A-8C99-F3C7629B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05802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A51D1F01-56E8-4D7A-A2F2-AD410CD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78486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6F"/>
          </a:solidFill>
          <a:ln xmlns:a="http://schemas.openxmlformats.org/drawingml/2006/main" w="9525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F7015CC7-3C75-4381-82C7-A123D3FF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7715250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6F"/>
          </a:solidFill>
          <a:ln xmlns:a="http://schemas.openxmlformats.org/drawingml/2006/main" w="9525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ADE4996B-3233-4995-B644-839FA262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7562850"/>
            <a:ext cx="9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66F"/>
          </a:solidFill>
          <a:ln xmlns:a="http://schemas.openxmlformats.org/drawingml/2006/main" w="9525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BC775C4C-B1A3-4AF5-9470-66B2DC4D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4375" y="7710488"/>
            <a:ext cx="20002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4E69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7C91A9FD-0419-408A-80D4-2478E12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743700"/>
            <a:ext cx="1228725" cy="194310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0EAFF"/>
          </a:solidFill>
          <a:ln xmlns:a="http://schemas.openxmlformats.org/drawingml/2006/main" w="9525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413DE786-6DFE-4DAC-AE59-CC32FE96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762750"/>
            <a:ext cx="1000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ranked</a:t>
            </a:r>
          </a:p>
          <a:p xmlns:a="http://schemas.openxmlformats.org/drawingml/2006/main">
            <a:pPr algn="ctr">
              <a:defRPr sz="1500" b="1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73643417-AAFB-49FB-87C4-522C234F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501563" y="7410450"/>
            <a:ext cx="71438" cy="121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3AF570CF-E3E0-44DE-ABE0-9A30BCBB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73000" y="7410450"/>
            <a:ext cx="21431" cy="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6B841A62-AC5C-4D17-9D69-786972BF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94431" y="7489031"/>
            <a:ext cx="78581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C793616-68C1-4239-A2AE-DA479975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01563" y="7489031"/>
            <a:ext cx="92869" cy="42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D9CE2F81-4074-4509-B7AC-00ACD682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426" y="7386876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2E66D81A-6132-480B-A34F-5F53F44F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988" y="7508319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8112718E-8CDE-49B7-8C67-A7EFF107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857" y="7465457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C5749B72-EAF7-43E5-8E33-5A69841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438" y="7522607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C7FD847A-B21B-4BAF-8CE9-CAD31CC8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501563" y="7715250"/>
            <a:ext cx="71438" cy="121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250DB4A-2FF9-4B24-9E7B-B5A0B532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73000" y="7715250"/>
            <a:ext cx="21431" cy="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083FD23-A9B7-473C-A687-EF6E3AA7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94431" y="7793831"/>
            <a:ext cx="78581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8BDD6391-6E2D-4FDA-8740-87F1A53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01563" y="7793831"/>
            <a:ext cx="92869" cy="42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938E8E92-7459-4ADC-9F7E-0114E36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426" y="7691676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3C1A1F3D-B386-4D79-87F0-5C851A6B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988" y="7813119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53E39876-D8D4-4838-B41A-0026C6F1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857" y="7770257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3B5BBF43-2466-4D44-8137-E36CD310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438" y="7827407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01158CE0-4B88-4F67-A182-6744F7C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501563" y="8039100"/>
            <a:ext cx="71438" cy="121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1AC0DD79-4396-42E4-B9A1-A680DD3C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73000" y="8039100"/>
            <a:ext cx="21431" cy="78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0413E2CF-CD75-466D-8C4D-4E8D02BD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594431" y="8117681"/>
            <a:ext cx="78581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0FDE2B13-094D-4934-A4B0-B94C1808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501563" y="8117681"/>
            <a:ext cx="92869" cy="42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092FF730-07EE-423B-A6B2-EF81F95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426" y="8015526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F66B4D6-C0EE-4C16-BE1F-52EA490D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988" y="8136969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AEC1FD04-CFF8-4CDB-8FD3-FE440113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857" y="8094107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D16AF8AC-3AF6-450F-884A-57C26E61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438" y="8151257"/>
            <a:ext cx="47149" cy="471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0889"/>
            </a:solidFill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63E2F8EC-C303-4131-82E7-C0EB7C6D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400925"/>
            <a:ext cx="5810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90E8"/>
          </a:solidFill>
          <a:ln xmlns:a="http://schemas.openxmlformats.org/drawingml/2006/main" w="9525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994DE18-14F9-49F0-BE6D-A88998D5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667625"/>
            <a:ext cx="4095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90E8"/>
          </a:solidFill>
          <a:ln xmlns:a="http://schemas.openxmlformats.org/drawingml/2006/main" w="9525">
            <a:noFill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8F0349BE-36C2-474B-A77B-D9E46871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7934325"/>
            <a:ext cx="2762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90E8"/>
          </a:solidFill>
          <a:ln xmlns:a="http://schemas.openxmlformats.org/drawingml/2006/main" w="9525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758CA881-7CC6-47D0-9D19-CC77DA0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8248650"/>
            <a:ext cx="390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31088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1088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1F2AFCE-4E5E-4581-A67D-07488B8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7875" y="7710488"/>
            <a:ext cx="219075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4E69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8B410CC4-A36F-48D4-8C71-7175A756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743700"/>
            <a:ext cx="685800" cy="1971675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1F9FA"/>
          </a:solidFill>
          <a:ln xmlns:a="http://schemas.openxmlformats.org/drawingml/2006/main" w="9525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7EC806D2-745F-494C-A5FE-C801618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772275"/>
            <a:ext cx="600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21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8213C"/>
                </a:solidFill>
                <a:latin typeface="Arial"/>
                <a:ea typeface="Arial"/>
                <a:cs typeface="Arial"/>
              </a:rPr>
              <a:t>top-B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BD60147D-19A1-4D61-87E3-7E22699A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913168" y="7258050"/>
            <a:ext cx="117157" cy="199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59B500A1-9DA4-4738-957F-B4FE75B7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30325" y="7258050"/>
            <a:ext cx="35147" cy="128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D907DC96-C8E4-4050-AF1C-532DF9E9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65472" y="7386923"/>
            <a:ext cx="128873" cy="93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361070C-8F94-4107-A93A-F3992A75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913168" y="7386923"/>
            <a:ext cx="152305" cy="70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70EBA87E-4A36-49B3-9CAE-78F545C5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1663" y="7219388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B39DFA07-A8E2-4E58-85F1-7877D776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506" y="7418556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CA47935A-B898-446D-86D2-56AC95C7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810" y="7348261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32916D60-1DA9-4EE2-93D5-6A907DB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5684" y="7441987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2AC6A549-0025-4A6A-8492-FFAB8DCD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913168" y="7734300"/>
            <a:ext cx="117157" cy="199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C38AC2A3-D821-4513-8C4C-BF6E7327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30325" y="7734300"/>
            <a:ext cx="35147" cy="128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44AFD3BC-EF5C-4CD1-BD72-1B5D451D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65472" y="7863173"/>
            <a:ext cx="128873" cy="937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A3501B2-52D4-4452-A8A0-A447089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913168" y="7863173"/>
            <a:ext cx="152305" cy="702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2F00BCD-EFD3-4262-9E39-DB3D720D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1663" y="7695638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70971D4-C184-4565-827B-E61315F1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506" y="7894806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8365094-5CCC-4556-BD75-D5671A6E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6810" y="7824511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56BAC22-2F99-4D4F-AE2A-B1EE5663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5684" y="7918237"/>
            <a:ext cx="77324" cy="773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432">
            <a:solidFill>
              <a:srgbClr val="00596B"/>
            </a:solidFill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68C1200-1D4A-47F3-A339-D310B25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8124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0596B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596B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0419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2026-09-23T12:20:39.4980000Z</dcterms:created>
  <dcterms:modified xsi:type="dcterms:W3CDTF">2026-09-23T12:20:39.4980000Z</dcterms:modified>
</coreProperties>
</file>